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vas" userId="c16b56c65e72a6d7" providerId="LiveId" clId="{4A692DCB-DA38-4F61-BDEA-BDC6F0F96FB0}"/>
    <pc:docChg chg="custSel addSld modSld">
      <pc:chgData name="mohammed favas" userId="c16b56c65e72a6d7" providerId="LiveId" clId="{4A692DCB-DA38-4F61-BDEA-BDC6F0F96FB0}" dt="2025-10-02T10:19:45.321" v="57" actId="1076"/>
      <pc:docMkLst>
        <pc:docMk/>
      </pc:docMkLst>
      <pc:sldChg chg="modSp modTransition">
        <pc:chgData name="mohammed favas" userId="c16b56c65e72a6d7" providerId="LiveId" clId="{4A692DCB-DA38-4F61-BDEA-BDC6F0F96FB0}" dt="2025-10-02T06:46:32.887" v="12"/>
        <pc:sldMkLst>
          <pc:docMk/>
          <pc:sldMk cId="2064226934" sldId="256"/>
        </pc:sldMkLst>
        <pc:spChg chg="mod">
          <ac:chgData name="mohammed favas" userId="c16b56c65e72a6d7" providerId="LiveId" clId="{4A692DCB-DA38-4F61-BDEA-BDC6F0F96FB0}" dt="2025-10-02T06:46:02.401" v="8"/>
          <ac:spMkLst>
            <pc:docMk/>
            <pc:sldMk cId="2064226934" sldId="256"/>
            <ac:spMk id="2" creationId="{F6858D52-CA29-1A3B-619E-5380DFBB37B1}"/>
          </ac:spMkLst>
        </pc:spChg>
        <pc:spChg chg="mod">
          <ac:chgData name="mohammed favas" userId="c16b56c65e72a6d7" providerId="LiveId" clId="{4A692DCB-DA38-4F61-BDEA-BDC6F0F96FB0}" dt="2025-10-02T06:46:02.401" v="8"/>
          <ac:spMkLst>
            <pc:docMk/>
            <pc:sldMk cId="2064226934" sldId="256"/>
            <ac:spMk id="3" creationId="{8ECC2D50-15B0-7A5A-4395-D427B6021058}"/>
          </ac:spMkLst>
        </pc:spChg>
      </pc:sldChg>
      <pc:sldChg chg="modSp modTransition">
        <pc:chgData name="mohammed favas" userId="c16b56c65e72a6d7" providerId="LiveId" clId="{4A692DCB-DA38-4F61-BDEA-BDC6F0F96FB0}" dt="2025-10-02T06:46:34.530" v="13"/>
        <pc:sldMkLst>
          <pc:docMk/>
          <pc:sldMk cId="3280413372" sldId="257"/>
        </pc:sldMkLst>
        <pc:spChg chg="mod">
          <ac:chgData name="mohammed favas" userId="c16b56c65e72a6d7" providerId="LiveId" clId="{4A692DCB-DA38-4F61-BDEA-BDC6F0F96FB0}" dt="2025-10-02T06:46:02.401" v="8"/>
          <ac:spMkLst>
            <pc:docMk/>
            <pc:sldMk cId="3280413372" sldId="257"/>
            <ac:spMk id="2" creationId="{B1BCA1A2-D471-90B7-3DFE-3D1345423A6C}"/>
          </ac:spMkLst>
        </pc:spChg>
        <pc:spChg chg="mod">
          <ac:chgData name="mohammed favas" userId="c16b56c65e72a6d7" providerId="LiveId" clId="{4A692DCB-DA38-4F61-BDEA-BDC6F0F96FB0}" dt="2025-10-02T06:46:02.401" v="8"/>
          <ac:spMkLst>
            <pc:docMk/>
            <pc:sldMk cId="3280413372" sldId="257"/>
            <ac:spMk id="3" creationId="{2241BBEA-F01B-B394-7BCB-91593AF56695}"/>
          </ac:spMkLst>
        </pc:spChg>
      </pc:sldChg>
      <pc:sldChg chg="addSp delSp modSp mod modTransition">
        <pc:chgData name="mohammed favas" userId="c16b56c65e72a6d7" providerId="LiveId" clId="{4A692DCB-DA38-4F61-BDEA-BDC6F0F96FB0}" dt="2025-10-02T10:13:44.044" v="36" actId="478"/>
        <pc:sldMkLst>
          <pc:docMk/>
          <pc:sldMk cId="1371494201" sldId="258"/>
        </pc:sldMkLst>
        <pc:spChg chg="mod">
          <ac:chgData name="mohammed favas" userId="c16b56c65e72a6d7" providerId="LiveId" clId="{4A692DCB-DA38-4F61-BDEA-BDC6F0F96FB0}" dt="2025-10-02T06:46:02.401" v="8"/>
          <ac:spMkLst>
            <pc:docMk/>
            <pc:sldMk cId="1371494201" sldId="258"/>
            <ac:spMk id="2" creationId="{3A6ECDF7-C459-884E-72D2-959C410BF41D}"/>
          </ac:spMkLst>
        </pc:spChg>
        <pc:spChg chg="mod">
          <ac:chgData name="mohammed favas" userId="c16b56c65e72a6d7" providerId="LiveId" clId="{4A692DCB-DA38-4F61-BDEA-BDC6F0F96FB0}" dt="2025-10-02T06:46:02.401" v="8"/>
          <ac:spMkLst>
            <pc:docMk/>
            <pc:sldMk cId="1371494201" sldId="258"/>
            <ac:spMk id="3" creationId="{EAEF5ECE-14C2-ED4A-A656-155B1998D95C}"/>
          </ac:spMkLst>
        </pc:spChg>
        <pc:picChg chg="add del mod">
          <ac:chgData name="mohammed favas" userId="c16b56c65e72a6d7" providerId="LiveId" clId="{4A692DCB-DA38-4F61-BDEA-BDC6F0F96FB0}" dt="2025-10-02T10:13:44.044" v="36" actId="478"/>
          <ac:picMkLst>
            <pc:docMk/>
            <pc:sldMk cId="1371494201" sldId="258"/>
            <ac:picMk id="5" creationId="{16ECD465-77E2-0F49-730B-43920B88C08C}"/>
          </ac:picMkLst>
        </pc:picChg>
      </pc:sldChg>
      <pc:sldChg chg="addSp modSp mod modTransition">
        <pc:chgData name="mohammed favas" userId="c16b56c65e72a6d7" providerId="LiveId" clId="{4A692DCB-DA38-4F61-BDEA-BDC6F0F96FB0}" dt="2025-10-02T10:15:59.030" v="40" actId="1076"/>
        <pc:sldMkLst>
          <pc:docMk/>
          <pc:sldMk cId="3487335011" sldId="259"/>
        </pc:sldMkLst>
        <pc:spChg chg="mod">
          <ac:chgData name="mohammed favas" userId="c16b56c65e72a6d7" providerId="LiveId" clId="{4A692DCB-DA38-4F61-BDEA-BDC6F0F96FB0}" dt="2025-10-02T06:46:02.401" v="8"/>
          <ac:spMkLst>
            <pc:docMk/>
            <pc:sldMk cId="3487335011" sldId="259"/>
            <ac:spMk id="2" creationId="{3A60DB7F-88F0-6A6B-48CC-A655155E4AE1}"/>
          </ac:spMkLst>
        </pc:spChg>
        <pc:spChg chg="mod">
          <ac:chgData name="mohammed favas" userId="c16b56c65e72a6d7" providerId="LiveId" clId="{4A692DCB-DA38-4F61-BDEA-BDC6F0F96FB0}" dt="2025-10-02T06:46:02.401" v="8"/>
          <ac:spMkLst>
            <pc:docMk/>
            <pc:sldMk cId="3487335011" sldId="259"/>
            <ac:spMk id="3" creationId="{E28B7C1C-BEC3-73B3-5382-427EFCCBB3FD}"/>
          </ac:spMkLst>
        </pc:spChg>
        <pc:picChg chg="add mod">
          <ac:chgData name="mohammed favas" userId="c16b56c65e72a6d7" providerId="LiveId" clId="{4A692DCB-DA38-4F61-BDEA-BDC6F0F96FB0}" dt="2025-10-02T10:15:59.030" v="40" actId="1076"/>
          <ac:picMkLst>
            <pc:docMk/>
            <pc:sldMk cId="3487335011" sldId="259"/>
            <ac:picMk id="5" creationId="{FFC4B3FA-7745-D667-2ED3-E1105CC72C7B}"/>
          </ac:picMkLst>
        </pc:picChg>
      </pc:sldChg>
      <pc:sldChg chg="addSp modSp mod modTransition">
        <pc:chgData name="mohammed favas" userId="c16b56c65e72a6d7" providerId="LiveId" clId="{4A692DCB-DA38-4F61-BDEA-BDC6F0F96FB0}" dt="2025-10-02T10:17:57.572" v="51" actId="1076"/>
        <pc:sldMkLst>
          <pc:docMk/>
          <pc:sldMk cId="1215310904" sldId="260"/>
        </pc:sldMkLst>
        <pc:spChg chg="mod">
          <ac:chgData name="mohammed favas" userId="c16b56c65e72a6d7" providerId="LiveId" clId="{4A692DCB-DA38-4F61-BDEA-BDC6F0F96FB0}" dt="2025-10-02T06:46:02.401" v="8"/>
          <ac:spMkLst>
            <pc:docMk/>
            <pc:sldMk cId="1215310904" sldId="260"/>
            <ac:spMk id="2" creationId="{A818DA13-6F7B-9DBC-EE81-760C0936CDDB}"/>
          </ac:spMkLst>
        </pc:spChg>
        <pc:spChg chg="mod">
          <ac:chgData name="mohammed favas" userId="c16b56c65e72a6d7" providerId="LiveId" clId="{4A692DCB-DA38-4F61-BDEA-BDC6F0F96FB0}" dt="2025-10-02T06:46:02.401" v="8"/>
          <ac:spMkLst>
            <pc:docMk/>
            <pc:sldMk cId="1215310904" sldId="260"/>
            <ac:spMk id="3" creationId="{758AEAF7-DEA8-36D6-B65A-88E11C4E0594}"/>
          </ac:spMkLst>
        </pc:spChg>
        <pc:picChg chg="add mod">
          <ac:chgData name="mohammed favas" userId="c16b56c65e72a6d7" providerId="LiveId" clId="{4A692DCB-DA38-4F61-BDEA-BDC6F0F96FB0}" dt="2025-10-02T10:17:57.572" v="51" actId="1076"/>
          <ac:picMkLst>
            <pc:docMk/>
            <pc:sldMk cId="1215310904" sldId="260"/>
            <ac:picMk id="5" creationId="{7EF25119-8991-0F89-A69B-0FCD6123FEC3}"/>
          </ac:picMkLst>
        </pc:picChg>
      </pc:sldChg>
      <pc:sldChg chg="modSp modTransition">
        <pc:chgData name="mohammed favas" userId="c16b56c65e72a6d7" providerId="LiveId" clId="{4A692DCB-DA38-4F61-BDEA-BDC6F0F96FB0}" dt="2025-10-02T06:46:47.275" v="17"/>
        <pc:sldMkLst>
          <pc:docMk/>
          <pc:sldMk cId="28881093" sldId="261"/>
        </pc:sldMkLst>
        <pc:spChg chg="mod">
          <ac:chgData name="mohammed favas" userId="c16b56c65e72a6d7" providerId="LiveId" clId="{4A692DCB-DA38-4F61-BDEA-BDC6F0F96FB0}" dt="2025-10-02T06:46:02.401" v="8"/>
          <ac:spMkLst>
            <pc:docMk/>
            <pc:sldMk cId="28881093" sldId="261"/>
            <ac:spMk id="2" creationId="{70CFC9B2-6F75-0B53-823D-D79E1AFEA73B}"/>
          </ac:spMkLst>
        </pc:spChg>
        <pc:spChg chg="mod">
          <ac:chgData name="mohammed favas" userId="c16b56c65e72a6d7" providerId="LiveId" clId="{4A692DCB-DA38-4F61-BDEA-BDC6F0F96FB0}" dt="2025-10-02T06:46:02.401" v="8"/>
          <ac:spMkLst>
            <pc:docMk/>
            <pc:sldMk cId="28881093" sldId="261"/>
            <ac:spMk id="3" creationId="{7B27AC92-FD51-7FF0-B64F-6C1D81E0B07C}"/>
          </ac:spMkLst>
        </pc:spChg>
      </pc:sldChg>
      <pc:sldChg chg="addSp modSp mod">
        <pc:chgData name="mohammed favas" userId="c16b56c65e72a6d7" providerId="LiveId" clId="{4A692DCB-DA38-4F61-BDEA-BDC6F0F96FB0}" dt="2025-10-02T10:19:45.321" v="57" actId="1076"/>
        <pc:sldMkLst>
          <pc:docMk/>
          <pc:sldMk cId="1757041629" sldId="262"/>
        </pc:sldMkLst>
        <pc:spChg chg="mod">
          <ac:chgData name="mohammed favas" userId="c16b56c65e72a6d7" providerId="LiveId" clId="{4A692DCB-DA38-4F61-BDEA-BDC6F0F96FB0}" dt="2025-10-02T10:08:58.596" v="18"/>
          <ac:spMkLst>
            <pc:docMk/>
            <pc:sldMk cId="1757041629" sldId="262"/>
            <ac:spMk id="2" creationId="{31E0B3BD-C99D-1926-C260-4FFF911CB88D}"/>
          </ac:spMkLst>
        </pc:spChg>
        <pc:spChg chg="mod">
          <ac:chgData name="mohammed favas" userId="c16b56c65e72a6d7" providerId="LiveId" clId="{4A692DCB-DA38-4F61-BDEA-BDC6F0F96FB0}" dt="2025-10-02T10:09:20.734" v="19"/>
          <ac:spMkLst>
            <pc:docMk/>
            <pc:sldMk cId="1757041629" sldId="262"/>
            <ac:spMk id="3" creationId="{BED82C5E-CA38-7B9B-F08B-7BD59EFF917B}"/>
          </ac:spMkLst>
        </pc:spChg>
        <pc:picChg chg="add mod">
          <ac:chgData name="mohammed favas" userId="c16b56c65e72a6d7" providerId="LiveId" clId="{4A692DCB-DA38-4F61-BDEA-BDC6F0F96FB0}" dt="2025-10-02T10:19:45.321" v="57" actId="1076"/>
          <ac:picMkLst>
            <pc:docMk/>
            <pc:sldMk cId="1757041629" sldId="262"/>
            <ac:picMk id="5" creationId="{DA9606D8-133A-E1AE-1981-F887C8358EF8}"/>
          </ac:picMkLst>
        </pc:picChg>
      </pc:sldChg>
      <pc:sldChg chg="addSp delSp modSp new mod">
        <pc:chgData name="mohammed favas" userId="c16b56c65e72a6d7" providerId="LiveId" clId="{4A692DCB-DA38-4F61-BDEA-BDC6F0F96FB0}" dt="2025-10-02T10:13:37.706" v="35" actId="14100"/>
        <pc:sldMkLst>
          <pc:docMk/>
          <pc:sldMk cId="2160834926" sldId="263"/>
        </pc:sldMkLst>
        <pc:spChg chg="del">
          <ac:chgData name="mohammed favas" userId="c16b56c65e72a6d7" providerId="LiveId" clId="{4A692DCB-DA38-4F61-BDEA-BDC6F0F96FB0}" dt="2025-10-02T10:13:14.207" v="27" actId="931"/>
          <ac:spMkLst>
            <pc:docMk/>
            <pc:sldMk cId="2160834926" sldId="263"/>
            <ac:spMk id="3" creationId="{5DF71B12-E96F-5B29-D585-F4E95733E230}"/>
          </ac:spMkLst>
        </pc:spChg>
        <pc:picChg chg="add mod">
          <ac:chgData name="mohammed favas" userId="c16b56c65e72a6d7" providerId="LiveId" clId="{4A692DCB-DA38-4F61-BDEA-BDC6F0F96FB0}" dt="2025-10-02T10:13:37.706" v="35" actId="14100"/>
          <ac:picMkLst>
            <pc:docMk/>
            <pc:sldMk cId="2160834926" sldId="263"/>
            <ac:picMk id="5" creationId="{296806D4-7655-BA06-6C7B-4CF5626999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85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0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98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9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59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13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54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40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22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5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7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26AD0-99D7-4294-BEB7-48A3C15F227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D10231-3957-420D-8473-99B6A0DEB10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32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8D52-CA29-1A3B-619E-5380DFBB3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Sales Data Analysis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C2D50-15B0-7A5A-4395-D427B60210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Analyzing Revenue Drivers and Seasonal Sales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226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A1A2-D471-90B7-3DFE-3D134542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1BBEA-F01B-B394-7BCB-91593AF56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Analyze sales data from 2023 to 2025 to identify key revenue drivers, seasonal sales trends, and top products/customers to support strategic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413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CDF7-C459-884E-72D2-959C410B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Steps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F5ECE-14C2-ED4A-A656-155B1998D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duplicate records</a:t>
            </a:r>
          </a:p>
          <a:p>
            <a:r>
              <a:rPr lang="en-US" dirty="0"/>
              <a:t>Standardized date and product category formats</a:t>
            </a:r>
          </a:p>
          <a:p>
            <a:r>
              <a:rPr lang="en-US" dirty="0"/>
              <a:t>Created calculated columns for categories</a:t>
            </a:r>
          </a:p>
          <a:p>
            <a:r>
              <a:rPr lang="en-US" dirty="0"/>
              <a:t>Validated sales and order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49420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54A8-6882-D3A2-A208-050FF94C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6806D4-7655-BA06-6C7B-4CF562699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66228"/>
          </a:xfrm>
        </p:spPr>
      </p:pic>
    </p:spTree>
    <p:extLst>
      <p:ext uri="{BB962C8B-B14F-4D97-AF65-F5344CB8AC3E}">
        <p14:creationId xmlns:p14="http://schemas.microsoft.com/office/powerpoint/2010/main" val="216083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DB7F-88F0-6A6B-48CC-A655155E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Key Performance Indicators (KPIs)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7C1C-BEC3-73B3-5382-427EFCCBB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Sales: 4.38 Million</a:t>
            </a:r>
          </a:p>
          <a:p>
            <a:r>
              <a:rPr lang="en-US" dirty="0"/>
              <a:t>Total Orders: 1500</a:t>
            </a:r>
          </a:p>
          <a:p>
            <a:r>
              <a:rPr lang="en-US" dirty="0"/>
              <a:t>Average Order Value: 2.92K</a:t>
            </a:r>
          </a:p>
          <a:p>
            <a:r>
              <a:rPr lang="en-US" dirty="0"/>
              <a:t>Units Sold: 16K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4B3FA-7745-D667-2ED3-E1105CC7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46" y="4082861"/>
            <a:ext cx="10702339" cy="122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3501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DA13-6F7B-9DBC-EE81-760C0936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3 Insights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EAF7-DEA8-36D6-B65A-88E11C4E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North region generates the highest revenue.</a:t>
            </a:r>
          </a:p>
          <a:p>
            <a:r>
              <a:rPr lang="en-US" dirty="0"/>
              <a:t>Electronics category leads sales with over 2 million in revenue.</a:t>
            </a:r>
          </a:p>
          <a:p>
            <a:r>
              <a:rPr lang="en-US" dirty="0"/>
              <a:t>March is the monthly sales peak; early year stronger than later months.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25119-8991-0F89-A69B-0FCD6123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9758"/>
            <a:ext cx="4507184" cy="241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1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C9B2-6F75-0B53-823D-D79E1AFE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AC92-FD51-7FF0-B64F-6C1D81E0B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inventory and marketing before March peak.</a:t>
            </a:r>
          </a:p>
          <a:p>
            <a:r>
              <a:rPr lang="en-US" dirty="0"/>
              <a:t>Prioritize Electronics in promotional efforts.</a:t>
            </a:r>
          </a:p>
          <a:p>
            <a:r>
              <a:rPr lang="en-US" dirty="0"/>
              <a:t>Focus sales expansion in North region.</a:t>
            </a:r>
          </a:p>
          <a:p>
            <a:r>
              <a:rPr lang="en-US" dirty="0"/>
              <a:t>Develop customer loyalty programs.</a:t>
            </a:r>
          </a:p>
          <a:p>
            <a:r>
              <a:rPr lang="en-US" dirty="0"/>
              <a:t>Boost Furniture and Mobile Devices sales with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1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B3BD-C99D-1926-C260-4FFF911C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82C5E-CA38-7B9B-F08B-7BD59EFF9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 provide guidance for growth through targeted resource allocation and marketing. Further analysis will fine-tune </a:t>
            </a:r>
            <a:r>
              <a:rPr lang="en-US" dirty="0" err="1"/>
              <a:t>strategie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606D8-133A-E1AE-1981-F887C835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90" y="2724856"/>
            <a:ext cx="10358651" cy="301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4162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214</TotalTime>
  <Words>182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Sales Data Analysis Project</vt:lpstr>
      <vt:lpstr>Problem Statement </vt:lpstr>
      <vt:lpstr>Data Cleaning Steps </vt:lpstr>
      <vt:lpstr>PowerPoint Presentation</vt:lpstr>
      <vt:lpstr> Key Performance Indicators (KPIs) </vt:lpstr>
      <vt:lpstr>Top 3 Insights </vt:lpstr>
      <vt:lpstr>Recommendations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favas</dc:creator>
  <cp:lastModifiedBy>mohammed favas</cp:lastModifiedBy>
  <cp:revision>1</cp:revision>
  <dcterms:created xsi:type="dcterms:W3CDTF">2025-09-27T14:10:40Z</dcterms:created>
  <dcterms:modified xsi:type="dcterms:W3CDTF">2025-10-02T10:19:48Z</dcterms:modified>
</cp:coreProperties>
</file>